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60" d="100"/>
          <a:sy n="60" d="100"/>
        </p:scale>
        <p:origin x="9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2090EC-FB5A-4ECF-9EFC-8A7DB7436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2508364"/>
          </a:xfrm>
        </p:spPr>
        <p:txBody>
          <a:bodyPr/>
          <a:lstStyle/>
          <a:p>
            <a:r>
              <a:rPr lang="es-MX" dirty="0"/>
              <a:t>Cecytos libres de violencia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B3A208-DDA2-4C7B-921B-D63AAA248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4259908" y="4379495"/>
            <a:ext cx="3672184" cy="200383"/>
          </a:xfrm>
        </p:spPr>
        <p:txBody>
          <a:bodyPr>
            <a:normAutofit fontScale="40000" lnSpcReduction="20000"/>
          </a:bodyPr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81142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1D6FA-1651-4FFD-A5AF-781EB5ABC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Problemática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783207-F2D4-4256-9B47-730542257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Ejercicio de la sexualidad de forma violenta (incluido el acoso sexual) en CECYTEM, Plantel Ixtlahuaca, situación que se replica en los estudiantes la comunidad de Santa Ana Ixtlahuaca.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30070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27B51-CD59-48B8-8C7C-2141EC483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Objetivo general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ED4310-D40A-4A19-9A02-426BF0C16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Mitigar la violencia y acoso sexual en adolescente de educa (CECYTEM) de Santa Ana Ixtlahuaca, para ejercicio libre de comunidades, a través del diseño y desarrollo de carteles in prevención de la presente problemática.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0924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B565C-0E38-4E49-BCF1-06179687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Contexto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E96CA-66DF-49DC-915F-77507A39B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Proyecto a implementar durante el ciclo escolar agosto 2025 - febrero 2026 con estudiantes de tercer semestre de CECYTEM, estudiantes de secundaria y comunidad de Santa Ana Ixtlahuaca.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68633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1A1A0-E0A7-45BE-AAE7-C92EC031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Violencia y acoso escolar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C0F9FF-6441-4446-9BD6-CE56AAA35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La violencia y el acoso escolar (bullying) son problemas frecuentes en la prepa y afectan tanto el bienestar emocional como el rendimiento académico de los estudiantes. Ocurren cuando una persona o grupo ejerce agresiones repetidas contra otro estudiante, aprovechándose de una desigualdad de poder.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00341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67CA3-61C8-41C1-A67C-D89E0F3DF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Tipos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C541B6-703A-44C2-ACD0-807B5A120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Físico: golpes, empujones, patadas, robos de pertenencias.</a:t>
            </a:r>
          </a:p>
          <a:p>
            <a:pPr algn="just"/>
            <a:r>
              <a:rPr lang="es-ES" dirty="0"/>
              <a:t>Verbal: insultos, burlas, apodos ofensivos, amenazas.</a:t>
            </a:r>
          </a:p>
          <a:p>
            <a:pPr algn="just"/>
            <a:r>
              <a:rPr lang="es-ES" dirty="0"/>
              <a:t>Psicológico/emocional: humillaciones, exclusión, manipulación.</a:t>
            </a:r>
          </a:p>
          <a:p>
            <a:pPr algn="just"/>
            <a:r>
              <a:rPr lang="es-ES" dirty="0"/>
              <a:t>Social: aislar a alguien, difundir rumores.</a:t>
            </a:r>
          </a:p>
          <a:p>
            <a:pPr algn="just"/>
            <a:r>
              <a:rPr lang="es-ES" dirty="0"/>
              <a:t>Cibernético (ciberbullying): acoso por redes sociales, mensajes o publicaciones ofensivas.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26451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912BE-0BBF-4561-9E23-52A068A91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Causas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96A08B-D3A4-4A54-B8C5-56F9D47F0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Falta de valores como el respeto y la empatía.</a:t>
            </a:r>
          </a:p>
          <a:p>
            <a:r>
              <a:rPr lang="es-ES" dirty="0"/>
              <a:t>Problemas familiares o emocionales.</a:t>
            </a:r>
          </a:p>
          <a:p>
            <a:r>
              <a:rPr lang="es-ES" dirty="0"/>
              <a:t>Presión social y deseo de "encajar".</a:t>
            </a:r>
          </a:p>
          <a:p>
            <a:r>
              <a:rPr lang="es-ES" dirty="0"/>
              <a:t>Normalización de la violencia en medios o redes.</a:t>
            </a:r>
          </a:p>
          <a:p>
            <a:r>
              <a:rPr lang="es-ES" dirty="0"/>
              <a:t>Falta de atención o acción por parte de adultos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71735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CB9E2-7CD6-45B6-8271-FBACA61D9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Consecuencias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DF41D2-5E2E-4463-8B8B-45A625EEE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la víctima: ansiedad, depresión, baja autoestima, bajo rendimiento, ausentismo escolar.</a:t>
            </a:r>
          </a:p>
          <a:p>
            <a:r>
              <a:rPr lang="es-ES" dirty="0"/>
              <a:t>Para el agresor: problemas de conducta, sanciones escolares, dificultad para relacionarse.</a:t>
            </a:r>
          </a:p>
          <a:p>
            <a:r>
              <a:rPr lang="es-ES" dirty="0"/>
              <a:t>Para la escuela: ambiente inseguro, conflictos constantes, menor aprendizaje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09644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CBE295-58A5-4CB8-B563-D1FB0AA72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¿Cómo prevenirlo?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4AC135-9367-4D17-A7EA-FBFEDDED5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Fomentar el respeto y la empatía desde el aula.</a:t>
            </a:r>
          </a:p>
          <a:p>
            <a:r>
              <a:rPr lang="es-ES" dirty="0"/>
              <a:t>Promover la denuncia segura y confidencial.</a:t>
            </a:r>
          </a:p>
          <a:p>
            <a:r>
              <a:rPr lang="es-ES" dirty="0"/>
              <a:t>Capacitar a docentes y estudiantes en resolución pacífica de conflictos.</a:t>
            </a:r>
          </a:p>
          <a:p>
            <a:r>
              <a:rPr lang="es-ES" dirty="0"/>
              <a:t>Uso responsable de redes sociales.</a:t>
            </a:r>
          </a:p>
          <a:p>
            <a:r>
              <a:rPr lang="es-ES" dirty="0"/>
              <a:t>Apoyo psicológico oportuno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93361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1BE50-2DE8-475D-B336-23092F023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hacer si ocurre?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EE7E29-AF7A-4F9C-929A-C777036BD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Hablar con un docente, tutor u orientador.</a:t>
            </a:r>
          </a:p>
          <a:p>
            <a:r>
              <a:rPr lang="es-ES" dirty="0"/>
              <a:t>Guardar evidencias (mensajes, capturas).</a:t>
            </a:r>
          </a:p>
          <a:p>
            <a:r>
              <a:rPr lang="es-ES" dirty="0"/>
              <a:t>Buscar apoyo de familia y autoridades escolares.</a:t>
            </a:r>
          </a:p>
          <a:p>
            <a:r>
              <a:rPr lang="es-ES" dirty="0"/>
              <a:t>No responder con violencia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69775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0AD922-E4F0-4190-905F-0688BA79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910835"/>
          </a:xfrm>
        </p:spPr>
        <p:txBody>
          <a:bodyPr/>
          <a:lstStyle/>
          <a:p>
            <a:r>
              <a:rPr lang="es-MX" dirty="0"/>
              <a:t>Encuesta.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904CD84-9ED1-4CB2-89F8-B6F226BE35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2392" y="2285999"/>
            <a:ext cx="3126793" cy="3317875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A5CD264-C363-42C3-B748-8D81BA9C8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270" y="2285998"/>
            <a:ext cx="3863851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686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51A02-E7C0-47AF-992A-D86C9998C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365405"/>
          </a:xfrm>
        </p:spPr>
        <p:txBody>
          <a:bodyPr>
            <a:normAutofit fontScale="90000"/>
          </a:bodyPr>
          <a:lstStyle/>
          <a:p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B68280B-ECE0-4FE8-BAAB-E3DAF3A4F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1770062"/>
            <a:ext cx="4336382" cy="3317875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FA00CB9-9841-4BEF-8942-28131033C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084" y="1770062"/>
            <a:ext cx="4687302" cy="350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87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BE144-1DBE-4DD8-BACC-B4282074E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A5E62A6-5A1D-464B-8410-5CE8658C17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2" y="2069431"/>
            <a:ext cx="4062661" cy="3534443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3A6EA2F-BF0C-46D7-91CE-C71F8C892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098" y="2025022"/>
            <a:ext cx="5143500" cy="383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646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478</TotalTime>
  <Words>384</Words>
  <Application>Microsoft Office PowerPoint</Application>
  <PresentationFormat>Panorámica</PresentationFormat>
  <Paragraphs>37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Garamond</vt:lpstr>
      <vt:lpstr>Orgánico</vt:lpstr>
      <vt:lpstr>Cecytos libres de violencia</vt:lpstr>
      <vt:lpstr>Problemática</vt:lpstr>
      <vt:lpstr>Objetivo general</vt:lpstr>
      <vt:lpstr>Contexto</vt:lpstr>
      <vt:lpstr>Violencia y acoso escolar </vt:lpstr>
      <vt:lpstr>Tipos</vt:lpstr>
      <vt:lpstr>Causas</vt:lpstr>
      <vt:lpstr>Consecuencias</vt:lpstr>
      <vt:lpstr>¿Cómo prevenirlo? </vt:lpstr>
      <vt:lpstr>¿Qué hacer si ocurre?</vt:lpstr>
      <vt:lpstr>Encuesta.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Cecytos libres de violencia</dc:title>
  <dc:creator>Oscar</dc:creator>
  <cp:lastModifiedBy>Oscar</cp:lastModifiedBy>
  <cp:revision>13</cp:revision>
  <dcterms:created xsi:type="dcterms:W3CDTF">2026-01-15T14:18:02Z</dcterms:created>
  <dcterms:modified xsi:type="dcterms:W3CDTF">2026-01-16T00:54:39Z</dcterms:modified>
</cp:coreProperties>
</file>