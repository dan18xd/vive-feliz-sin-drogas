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8579C-8706-4834-9229-CF2E10293EBE}" type="datetimeFigureOut">
              <a:rPr lang="es-MX" smtClean="0"/>
              <a:t>14/01/2026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076C2-F608-4570-ACD7-6C6CCBAC32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55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B076C2-F608-4570-ACD7-6C6CCBAC321C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06025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550BB81D-3A0D-4623-9DC6-0F1BD70F6D39}" type="datetimeFigureOut">
              <a:rPr lang="es-MX" smtClean="0"/>
              <a:t>14/01/2026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7C750F46-95AA-4417-B7AF-51F0C251EA96}" type="slidenum">
              <a:rPr lang="es-MX" smtClean="0"/>
              <a:t>‹Nº›</a:t>
            </a:fld>
            <a:endParaRPr lang="es-MX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BB81D-3A0D-4623-9DC6-0F1BD70F6D39}" type="datetimeFigureOut">
              <a:rPr lang="es-MX" smtClean="0"/>
              <a:t>14/01/2026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0F46-95AA-4417-B7AF-51F0C251EA96}" type="slidenum">
              <a:rPr lang="es-MX" smtClean="0"/>
              <a:t>‹Nº›</a:t>
            </a:fld>
            <a:endParaRPr lang="es-MX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BB81D-3A0D-4623-9DC6-0F1BD70F6D39}" type="datetimeFigureOut">
              <a:rPr lang="es-MX" smtClean="0"/>
              <a:t>14/01/2026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0F46-95AA-4417-B7AF-51F0C251EA96}" type="slidenum">
              <a:rPr lang="es-MX" smtClean="0"/>
              <a:t>‹Nº›</a:t>
            </a:fld>
            <a:endParaRPr lang="es-MX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BB81D-3A0D-4623-9DC6-0F1BD70F6D39}" type="datetimeFigureOut">
              <a:rPr lang="es-MX" smtClean="0"/>
              <a:t>14/01/2026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0F46-95AA-4417-B7AF-51F0C251EA96}" type="slidenum">
              <a:rPr lang="es-MX" smtClean="0"/>
              <a:t>‹Nº›</a:t>
            </a:fld>
            <a:endParaRPr lang="es-MX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BB81D-3A0D-4623-9DC6-0F1BD70F6D39}" type="datetimeFigureOut">
              <a:rPr lang="es-MX" smtClean="0"/>
              <a:t>14/01/2026</a:t>
            </a:fld>
            <a:endParaRPr lang="es-MX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0F46-95AA-4417-B7AF-51F0C251EA96}" type="slidenum">
              <a:rPr lang="es-MX" smtClean="0"/>
              <a:t>‹Nº›</a:t>
            </a:fld>
            <a:endParaRPr lang="es-MX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BB81D-3A0D-4623-9DC6-0F1BD70F6D39}" type="datetimeFigureOut">
              <a:rPr lang="es-MX" smtClean="0"/>
              <a:t>14/01/2026</a:t>
            </a:fld>
            <a:endParaRPr lang="es-MX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0F46-95AA-4417-B7AF-51F0C251EA96}" type="slidenum">
              <a:rPr lang="es-MX" smtClean="0"/>
              <a:t>‹Nº›</a:t>
            </a:fld>
            <a:endParaRPr lang="es-MX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BB81D-3A0D-4623-9DC6-0F1BD70F6D39}" type="datetimeFigureOut">
              <a:rPr lang="es-MX" smtClean="0"/>
              <a:t>14/01/2026</a:t>
            </a:fld>
            <a:endParaRPr lang="es-MX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0F46-95AA-4417-B7AF-51F0C251EA96}" type="slidenum">
              <a:rPr lang="es-MX" smtClean="0"/>
              <a:t>‹Nº›</a:t>
            </a:fld>
            <a:endParaRPr lang="es-MX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550BB81D-3A0D-4623-9DC6-0F1BD70F6D39}" type="datetimeFigureOut">
              <a:rPr lang="es-MX" smtClean="0"/>
              <a:t>14/01/2026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7C750F46-95AA-4417-B7AF-51F0C251EA96}" type="slidenum">
              <a:rPr lang="es-MX" smtClean="0"/>
              <a:t>‹Nº›</a:t>
            </a:fld>
            <a:endParaRPr lang="es-MX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550BB81D-3A0D-4623-9DC6-0F1BD70F6D39}" type="datetimeFigureOut">
              <a:rPr lang="es-MX" smtClean="0"/>
              <a:t>14/01/2026</a:t>
            </a:fld>
            <a:endParaRPr lang="es-MX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7C750F46-95AA-4417-B7AF-51F0C251EA96}" type="slidenum">
              <a:rPr lang="es-MX" smtClean="0"/>
              <a:t>‹Nº›</a:t>
            </a:fld>
            <a:endParaRPr lang="es-MX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BB81D-3A0D-4623-9DC6-0F1BD70F6D39}" type="datetimeFigureOut">
              <a:rPr lang="es-MX" smtClean="0"/>
              <a:t>14/01/2026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0F46-95AA-4417-B7AF-51F0C251EA96}" type="slidenum">
              <a:rPr lang="es-MX" smtClean="0"/>
              <a:t>‹Nº›</a:t>
            </a:fld>
            <a:endParaRPr lang="es-MX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BB81D-3A0D-4623-9DC6-0F1BD70F6D39}" type="datetimeFigureOut">
              <a:rPr lang="es-MX" smtClean="0"/>
              <a:t>14/01/2026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0F46-95AA-4417-B7AF-51F0C251EA96}" type="slidenum">
              <a:rPr lang="es-MX" smtClean="0"/>
              <a:t>‹Nº›</a:t>
            </a:fld>
            <a:endParaRPr lang="es-MX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550BB81D-3A0D-4623-9DC6-0F1BD70F6D39}" type="datetimeFigureOut">
              <a:rPr lang="es-MX" smtClean="0"/>
              <a:t>14/01/2026</a:t>
            </a:fld>
            <a:endParaRPr lang="es-MX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7C750F46-95AA-4417-B7AF-51F0C251EA96}" type="slidenum">
              <a:rPr lang="es-MX" smtClean="0"/>
              <a:t>‹Nº›</a:t>
            </a:fld>
            <a:endParaRPr lang="es-MX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>
                <a:latin typeface="Algerian" pitchFamily="82" charset="0"/>
              </a:rPr>
              <a:t>CECYTOS LIBRES DE VIOLENCIA…</a:t>
            </a:r>
            <a:endParaRPr lang="es-MX" dirty="0">
              <a:latin typeface="Algerian" pitchFamily="82" charset="0"/>
            </a:endParaRPr>
          </a:p>
        </p:txBody>
      </p:sp>
      <p:pic>
        <p:nvPicPr>
          <p:cNvPr id="7" name="6 Marcador de contenido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402" y="2119313"/>
            <a:ext cx="4718558" cy="3603625"/>
          </a:xfrm>
        </p:spPr>
      </p:pic>
    </p:spTree>
    <p:extLst>
      <p:ext uri="{BB962C8B-B14F-4D97-AF65-F5344CB8AC3E}">
        <p14:creationId xmlns:p14="http://schemas.microsoft.com/office/powerpoint/2010/main" val="1582137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ctrTitle"/>
          </p:nvPr>
        </p:nvSpPr>
        <p:spPr>
          <a:xfrm>
            <a:off x="1691680" y="1052736"/>
            <a:ext cx="5723468" cy="1828090"/>
          </a:xfrm>
        </p:spPr>
        <p:txBody>
          <a:bodyPr>
            <a:normAutofit/>
          </a:bodyPr>
          <a:lstStyle/>
          <a:p>
            <a:r>
              <a:rPr lang="es-MX" dirty="0" smtClean="0">
                <a:latin typeface="Bahnschrift" pitchFamily="34" charset="0"/>
              </a:rPr>
              <a:t>«P</a:t>
            </a:r>
            <a:r>
              <a:rPr lang="es-MX" sz="3100" dirty="0" smtClean="0">
                <a:latin typeface="Bahnschrift" pitchFamily="34" charset="0"/>
              </a:rPr>
              <a:t>ROBLEMÁTICA</a:t>
            </a:r>
            <a:r>
              <a:rPr lang="es-MX" dirty="0" smtClean="0">
                <a:latin typeface="Bahnschrift" pitchFamily="34" charset="0"/>
              </a:rPr>
              <a:t>  , O</a:t>
            </a:r>
            <a:r>
              <a:rPr lang="es-MX" sz="3100" dirty="0" smtClean="0">
                <a:latin typeface="Bahnschrift" pitchFamily="34" charset="0"/>
              </a:rPr>
              <a:t>BJETIVO</a:t>
            </a:r>
            <a:r>
              <a:rPr lang="es-MX" dirty="0" smtClean="0">
                <a:latin typeface="Bahnschrift" pitchFamily="34" charset="0"/>
              </a:rPr>
              <a:t> G</a:t>
            </a:r>
            <a:r>
              <a:rPr lang="es-MX" sz="2800" dirty="0" smtClean="0">
                <a:latin typeface="Bahnschrift" pitchFamily="34" charset="0"/>
              </a:rPr>
              <a:t>ENERAL</a:t>
            </a:r>
            <a:r>
              <a:rPr lang="es-MX" dirty="0" smtClean="0">
                <a:latin typeface="Bahnschrift" pitchFamily="34" charset="0"/>
              </a:rPr>
              <a:t>»</a:t>
            </a:r>
            <a:endParaRPr lang="es-MX" dirty="0">
              <a:latin typeface="Bahnschrift" pitchFamily="34" charset="0"/>
            </a:endParaRPr>
          </a:p>
        </p:txBody>
      </p:sp>
      <p:sp>
        <p:nvSpPr>
          <p:cNvPr id="5" name="4 Subtítulo"/>
          <p:cNvSpPr>
            <a:spLocks noGrp="1"/>
          </p:cNvSpPr>
          <p:nvPr>
            <p:ph type="subTitle" idx="1"/>
          </p:nvPr>
        </p:nvSpPr>
        <p:spPr>
          <a:xfrm>
            <a:off x="1727200" y="3140968"/>
            <a:ext cx="5712179" cy="2119654"/>
          </a:xfrm>
        </p:spPr>
        <p:txBody>
          <a:bodyPr>
            <a:normAutofit/>
          </a:bodyPr>
          <a:lstStyle/>
          <a:p>
            <a:pPr algn="just"/>
            <a:r>
              <a:rPr lang="es-MX" sz="1400" dirty="0" smtClean="0"/>
              <a:t>Ejercicio </a:t>
            </a:r>
            <a:r>
              <a:rPr lang="es-MX" sz="1400" dirty="0"/>
              <a:t>de la sexualidad de forma </a:t>
            </a:r>
            <a:r>
              <a:rPr lang="es-MX" sz="1400" dirty="0" smtClean="0"/>
              <a:t>violenta </a:t>
            </a:r>
            <a:r>
              <a:rPr lang="es-MX" sz="1400" b="1" dirty="0"/>
              <a:t>( incluido el </a:t>
            </a:r>
            <a:r>
              <a:rPr lang="es-MX" sz="1400" b="1" dirty="0" smtClean="0"/>
              <a:t>acoso </a:t>
            </a:r>
            <a:r>
              <a:rPr lang="es-MX" sz="1400" b="1" dirty="0"/>
              <a:t>sexual </a:t>
            </a:r>
            <a:r>
              <a:rPr lang="es-MX" sz="1400" dirty="0"/>
              <a:t>),en </a:t>
            </a:r>
            <a:r>
              <a:rPr lang="es-MX" sz="1400" dirty="0" smtClean="0"/>
              <a:t>adolecentes </a:t>
            </a:r>
            <a:r>
              <a:rPr lang="es-MX" sz="1400" dirty="0"/>
              <a:t>del </a:t>
            </a:r>
            <a:r>
              <a:rPr lang="es-MX" sz="1400" dirty="0" smtClean="0"/>
              <a:t>Reciten Plantel Ixtlahuaca , </a:t>
            </a:r>
            <a:r>
              <a:rPr lang="es-MX" sz="1400" dirty="0"/>
              <a:t>s</a:t>
            </a:r>
            <a:r>
              <a:rPr lang="es-MX" sz="1400" dirty="0" smtClean="0"/>
              <a:t>ituación que </a:t>
            </a:r>
            <a:r>
              <a:rPr lang="es-MX" sz="1400" dirty="0"/>
              <a:t>se replica en los estudiantes de nivel secundaria de la comunidad de </a:t>
            </a:r>
            <a:r>
              <a:rPr lang="es-MX" sz="1400" dirty="0" smtClean="0"/>
              <a:t>Santa Ana Ixtlahuaca </a:t>
            </a:r>
          </a:p>
          <a:p>
            <a:pPr algn="just"/>
            <a:r>
              <a:rPr lang="es-MX" sz="1400" dirty="0" smtClean="0"/>
              <a:t>Mitigar </a:t>
            </a:r>
            <a:r>
              <a:rPr lang="es-MX" sz="1400" dirty="0"/>
              <a:t>la violencia y acoso sexual en adolecentes de </a:t>
            </a:r>
            <a:r>
              <a:rPr lang="es-MX" sz="1400" dirty="0" smtClean="0"/>
              <a:t>educación </a:t>
            </a:r>
            <a:r>
              <a:rPr lang="es-MX" sz="1400" dirty="0"/>
              <a:t>secundaria y preparatoria (CECYTEM) de Santa Ana Ixtlahuaca , para ejercicio libre de la </a:t>
            </a:r>
            <a:r>
              <a:rPr lang="es-MX" sz="1400" dirty="0" smtClean="0"/>
              <a:t>sexualidad </a:t>
            </a:r>
            <a:r>
              <a:rPr lang="es-MX" sz="1400" dirty="0"/>
              <a:t>en adolecentes y sus comunidades , </a:t>
            </a:r>
            <a:r>
              <a:rPr lang="es-MX" sz="1400" dirty="0" smtClean="0"/>
              <a:t>a través </a:t>
            </a:r>
            <a:r>
              <a:rPr lang="es-MX" sz="1400" dirty="0"/>
              <a:t>del diseño y desarrollo de carteles informativos , encaminados a la prevención de la </a:t>
            </a:r>
            <a:r>
              <a:rPr lang="es-MX" sz="1400" dirty="0" smtClean="0"/>
              <a:t>problemática .</a:t>
            </a:r>
          </a:p>
        </p:txBody>
      </p:sp>
    </p:spTree>
    <p:extLst>
      <p:ext uri="{BB962C8B-B14F-4D97-AF65-F5344CB8AC3E}">
        <p14:creationId xmlns:p14="http://schemas.microsoft.com/office/powerpoint/2010/main" val="3590942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1727201" y="1268761"/>
            <a:ext cx="5723468" cy="1656184"/>
          </a:xfrm>
        </p:spPr>
        <p:txBody>
          <a:bodyPr/>
          <a:lstStyle/>
          <a:p>
            <a:r>
              <a:rPr lang="es-MX" dirty="0" smtClean="0"/>
              <a:t>VIOLENCIA  y ACOSO ESCOLAR…</a:t>
            </a:r>
            <a:endParaRPr lang="es-MX" dirty="0"/>
          </a:p>
        </p:txBody>
      </p:sp>
      <p:sp>
        <p:nvSpPr>
          <p:cNvPr id="10" name="9 Subtítulo"/>
          <p:cNvSpPr>
            <a:spLocks noGrp="1"/>
          </p:cNvSpPr>
          <p:nvPr>
            <p:ph type="subTitle" idx="1"/>
          </p:nvPr>
        </p:nvSpPr>
        <p:spPr>
          <a:xfrm>
            <a:off x="1727200" y="2996952"/>
            <a:ext cx="5712179" cy="2736304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s-MX" dirty="0"/>
              <a:t>Definición y características del acoso </a:t>
            </a:r>
            <a:r>
              <a:rPr lang="es-MX" dirty="0" smtClean="0"/>
              <a:t>escolar..</a:t>
            </a:r>
          </a:p>
          <a:p>
            <a:pPr algn="just"/>
            <a:r>
              <a:rPr lang="es-MX" dirty="0" smtClean="0"/>
              <a:t>El </a:t>
            </a:r>
            <a:r>
              <a:rPr lang="es-MX" dirty="0"/>
              <a:t>acoso escolar o </a:t>
            </a:r>
            <a:r>
              <a:rPr lang="es-MX" dirty="0" smtClean="0"/>
              <a:t>Bull ying </a:t>
            </a:r>
            <a:r>
              <a:rPr lang="es-MX" dirty="0"/>
              <a:t>se define como acciones negativas repetidas que un estudiante sufre de manera persistente por parte de uno o varios compañeros, y se distingue de peleas aisladas por la presencia de una relación de poder desigual entre agresor y víctima. </a:t>
            </a:r>
            <a:r>
              <a:rPr lang="es-MX" dirty="0" smtClean="0"/>
              <a:t>Dial net</a:t>
            </a:r>
          </a:p>
          <a:p>
            <a:pPr algn="just"/>
            <a:r>
              <a:rPr lang="es-MX" dirty="0" smtClean="0"/>
              <a:t>Estas </a:t>
            </a:r>
            <a:r>
              <a:rPr lang="es-MX" dirty="0"/>
              <a:t>acciones pueden ser</a:t>
            </a:r>
            <a:r>
              <a:rPr lang="es-MX" dirty="0" smtClean="0"/>
              <a:t>:</a:t>
            </a:r>
          </a:p>
          <a:p>
            <a:pPr algn="just"/>
            <a:r>
              <a:rPr lang="es-MX" dirty="0" smtClean="0"/>
              <a:t>Físicas </a:t>
            </a:r>
            <a:r>
              <a:rPr lang="es-MX" dirty="0"/>
              <a:t>(golpes, empujones</a:t>
            </a:r>
            <a:r>
              <a:rPr lang="es-MX" dirty="0" smtClean="0"/>
              <a:t>)</a:t>
            </a:r>
          </a:p>
          <a:p>
            <a:pPr algn="just"/>
            <a:r>
              <a:rPr lang="es-MX" dirty="0" smtClean="0"/>
              <a:t>Psicológicas </a:t>
            </a:r>
            <a:r>
              <a:rPr lang="es-MX" dirty="0"/>
              <a:t>o verbales (burlas, insultos, exclusión social</a:t>
            </a:r>
            <a:r>
              <a:rPr lang="es-MX" dirty="0" smtClean="0"/>
              <a:t>)</a:t>
            </a:r>
          </a:p>
          <a:p>
            <a:pPr algn="just"/>
            <a:r>
              <a:rPr lang="es-MX" dirty="0" smtClean="0"/>
              <a:t>Relacionales </a:t>
            </a:r>
            <a:r>
              <a:rPr lang="es-MX" dirty="0"/>
              <a:t>(aislamiento del grupo</a:t>
            </a:r>
            <a:r>
              <a:rPr lang="es-MX" dirty="0" smtClean="0"/>
              <a:t>)</a:t>
            </a:r>
          </a:p>
          <a:p>
            <a:pPr algn="just"/>
            <a:r>
              <a:rPr lang="es-MX" dirty="0" smtClean="0"/>
              <a:t>Cibera coso </a:t>
            </a:r>
            <a:r>
              <a:rPr lang="es-MX" dirty="0"/>
              <a:t>(a través de medios digitales</a:t>
            </a:r>
            <a:r>
              <a:rPr lang="es-MX" dirty="0" smtClean="0"/>
              <a:t>)</a:t>
            </a:r>
          </a:p>
          <a:p>
            <a:pPr algn="just"/>
            <a:r>
              <a:rPr lang="es-MX" dirty="0" smtClean="0"/>
              <a:t>Las </a:t>
            </a:r>
            <a:r>
              <a:rPr lang="es-MX" dirty="0"/>
              <a:t>manifestaciones varían según el contexto y la edad.</a:t>
            </a:r>
          </a:p>
        </p:txBody>
      </p:sp>
    </p:spTree>
    <p:extLst>
      <p:ext uri="{BB962C8B-B14F-4D97-AF65-F5344CB8AC3E}">
        <p14:creationId xmlns:p14="http://schemas.microsoft.com/office/powerpoint/2010/main" val="1395379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63040" y="980728"/>
            <a:ext cx="6196405" cy="4742341"/>
          </a:xfrm>
        </p:spPr>
        <p:txBody>
          <a:bodyPr>
            <a:normAutofit lnSpcReduction="10000"/>
          </a:bodyPr>
          <a:lstStyle/>
          <a:p>
            <a:pPr algn="ctr"/>
            <a:r>
              <a:rPr lang="es-MX" sz="2600" dirty="0">
                <a:latin typeface="+mj-lt"/>
              </a:rPr>
              <a:t>Consecuencias del acoso y violencia escolar</a:t>
            </a:r>
          </a:p>
          <a:p>
            <a:r>
              <a:rPr lang="es-MX" sz="1800" dirty="0"/>
              <a:t>Los estudios muestran que el acoso puede tener consecuencias psicológicas graves como:</a:t>
            </a:r>
          </a:p>
          <a:p>
            <a:r>
              <a:rPr lang="es-MX" sz="1800" dirty="0"/>
              <a:t>Aumento de ansiedad, depresión y estrés postraumático</a:t>
            </a:r>
          </a:p>
          <a:p>
            <a:r>
              <a:rPr lang="es-MX" sz="1800" dirty="0"/>
              <a:t>Problemas de sueño y rendimiento académico</a:t>
            </a:r>
          </a:p>
          <a:p>
            <a:r>
              <a:rPr lang="es-MX" sz="1800" dirty="0"/>
              <a:t>Riesgos de adicciones y comportamientos antisociales</a:t>
            </a:r>
          </a:p>
          <a:p>
            <a:r>
              <a:rPr lang="es-MX" sz="1800" dirty="0"/>
              <a:t>En una investigación con más de 95,000 participantes, se encontró que los estudiantes que experimentan </a:t>
            </a:r>
            <a:r>
              <a:rPr lang="es-MX" sz="1800" dirty="0" smtClean="0"/>
              <a:t>Bull ying </a:t>
            </a:r>
            <a:r>
              <a:rPr lang="es-MX" sz="1800" dirty="0"/>
              <a:t>presentan más del doble de probabilidad de desarrollar problemas emocionales y conductuales que los no acosados. �</a:t>
            </a:r>
          </a:p>
          <a:p>
            <a:r>
              <a:rPr lang="es-MX" sz="1800" dirty="0" smtClean="0"/>
              <a:t>argiva</a:t>
            </a:r>
            <a:endParaRPr lang="es-MX" sz="1800" dirty="0"/>
          </a:p>
          <a:p>
            <a:r>
              <a:rPr lang="es-MX" sz="1800" dirty="0"/>
              <a:t>Además, análisis forenses en casos de violencia escolar real evidencian que la violencia física es muy predominante y se asocia con consecuencias psiquiátricas significativas.</a:t>
            </a:r>
          </a:p>
        </p:txBody>
      </p:sp>
    </p:spTree>
    <p:extLst>
      <p:ext uri="{BB962C8B-B14F-4D97-AF65-F5344CB8AC3E}">
        <p14:creationId xmlns:p14="http://schemas.microsoft.com/office/powerpoint/2010/main" val="2327110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1115616" y="764704"/>
            <a:ext cx="6965245" cy="1202485"/>
          </a:xfrm>
        </p:spPr>
        <p:txBody>
          <a:bodyPr>
            <a:noAutofit/>
          </a:bodyPr>
          <a:lstStyle/>
          <a:p>
            <a:r>
              <a:rPr lang="es-MX" sz="3200" dirty="0">
                <a:latin typeface="Baskerville Old Face" pitchFamily="18" charset="0"/>
              </a:rPr>
              <a:t>GRAFICA DE ENCUESTAS DE PLANTEL CECYTEM  IXTLAHUACA…</a:t>
            </a:r>
            <a:endParaRPr lang="es-MX" sz="3200" dirty="0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Las graficas que se </a:t>
            </a:r>
            <a:r>
              <a:rPr lang="es-MX" dirty="0" smtClean="0"/>
              <a:t>presentaran a </a:t>
            </a:r>
            <a:r>
              <a:rPr lang="es-MX" dirty="0"/>
              <a:t>continuación son escalas de información de estudiantes de SANTA ANA IXTLAHUACA y comunidades de sus </a:t>
            </a:r>
            <a:r>
              <a:rPr lang="es-MX" dirty="0" smtClean="0"/>
              <a:t>alrededores.</a:t>
            </a:r>
            <a:endParaRPr lang="es-MX" dirty="0"/>
          </a:p>
        </p:txBody>
      </p:sp>
      <p:pic>
        <p:nvPicPr>
          <p:cNvPr id="7" name="6 Marcador de contenido"/>
          <p:cNvPicPr>
            <a:picLocks noGrp="1" noChangeAspect="1"/>
          </p:cNvPicPr>
          <p:nvPr>
            <p:ph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075" y="2424057"/>
            <a:ext cx="3200400" cy="2995723"/>
          </a:xfrm>
        </p:spPr>
      </p:pic>
    </p:spTree>
    <p:extLst>
      <p:ext uri="{BB962C8B-B14F-4D97-AF65-F5344CB8AC3E}">
        <p14:creationId xmlns:p14="http://schemas.microsoft.com/office/powerpoint/2010/main" val="4131045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Marcador de contenido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575" y="1459553"/>
            <a:ext cx="3200400" cy="3857931"/>
          </a:xfrm>
        </p:spPr>
      </p:pic>
      <p:pic>
        <p:nvPicPr>
          <p:cNvPr id="6" name="5 Marcador de contenido"/>
          <p:cNvPicPr>
            <a:picLocks noGrp="1" noChangeAspect="1"/>
          </p:cNvPicPr>
          <p:nvPr>
            <p:ph sz="quarter" idx="1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075" y="1690252"/>
            <a:ext cx="3200400" cy="3396533"/>
          </a:xfrm>
        </p:spPr>
      </p:pic>
    </p:spTree>
    <p:extLst>
      <p:ext uri="{BB962C8B-B14F-4D97-AF65-F5344CB8AC3E}">
        <p14:creationId xmlns:p14="http://schemas.microsoft.com/office/powerpoint/2010/main" val="2441746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Marcador de contenido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575" y="1596707"/>
            <a:ext cx="3200400" cy="3458210"/>
          </a:xfrm>
        </p:spPr>
      </p:pic>
      <p:pic>
        <p:nvPicPr>
          <p:cNvPr id="6" name="5 Marcador de contenido"/>
          <p:cNvPicPr>
            <a:picLocks noGrp="1" noChangeAspect="1"/>
          </p:cNvPicPr>
          <p:nvPr>
            <p:ph sz="quarter" idx="1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075" y="1481068"/>
            <a:ext cx="3200400" cy="3814901"/>
          </a:xfrm>
        </p:spPr>
      </p:pic>
    </p:spTree>
    <p:extLst>
      <p:ext uri="{BB962C8B-B14F-4D97-AF65-F5344CB8AC3E}">
        <p14:creationId xmlns:p14="http://schemas.microsoft.com/office/powerpoint/2010/main" val="973612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Marcador de contenido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1484784"/>
            <a:ext cx="3200400" cy="3384080"/>
          </a:xfrm>
        </p:spPr>
      </p:pic>
    </p:spTree>
    <p:extLst>
      <p:ext uri="{BB962C8B-B14F-4D97-AF65-F5344CB8AC3E}">
        <p14:creationId xmlns:p14="http://schemas.microsoft.com/office/powerpoint/2010/main" val="2227219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 smtClean="0"/>
              <a:t>CARTEL HUMANIDADES </a:t>
            </a:r>
            <a:br>
              <a:rPr lang="es-MX" sz="3200" dirty="0" smtClean="0"/>
            </a:br>
            <a:r>
              <a:rPr lang="es-MX" sz="3200" dirty="0" smtClean="0"/>
              <a:t>CECYTOS LIBRES DE VIOLENCIA…</a:t>
            </a:r>
            <a:endParaRPr lang="es-MX" sz="3200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3"/>
          </p:nvPr>
        </p:nvSpPr>
        <p:spPr>
          <a:xfrm>
            <a:off x="1259632" y="2708920"/>
            <a:ext cx="3200400" cy="1944216"/>
          </a:xfrm>
        </p:spPr>
        <p:txBody>
          <a:bodyPr/>
          <a:lstStyle/>
          <a:p>
            <a:pPr algn="just"/>
            <a:r>
              <a:rPr lang="es-MX" sz="1400" dirty="0" smtClean="0"/>
              <a:t>El proyecto transversal </a:t>
            </a:r>
            <a:r>
              <a:rPr lang="es-MX" sz="1400" b="1" dirty="0" smtClean="0"/>
              <a:t>(CECYTOS LIBRES DE VIOLENCOIA)</a:t>
            </a:r>
            <a:r>
              <a:rPr lang="es-MX" sz="1400" dirty="0" smtClean="0"/>
              <a:t>  tiene como objetivo principal la difusión informativa  sobre el acoso sexual en o adolecentes , finalidad de que las y los estudiantes  puedan identificar situaciones de riesgo.</a:t>
            </a:r>
          </a:p>
          <a:p>
            <a:endParaRPr lang="es-MX" sz="1400" dirty="0"/>
          </a:p>
        </p:txBody>
      </p:sp>
      <p:pic>
        <p:nvPicPr>
          <p:cNvPr id="7" name="6 Marcador de contenido"/>
          <p:cNvPicPr>
            <a:picLocks noGrp="1" noChangeAspect="1"/>
          </p:cNvPicPr>
          <p:nvPr>
            <p:ph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2320" y="2119313"/>
            <a:ext cx="2703909" cy="3605212"/>
          </a:xfrm>
        </p:spPr>
      </p:pic>
    </p:spTree>
    <p:extLst>
      <p:ext uri="{BB962C8B-B14F-4D97-AF65-F5344CB8AC3E}">
        <p14:creationId xmlns:p14="http://schemas.microsoft.com/office/powerpoint/2010/main" val="302661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incheta">
  <a:themeElements>
    <a:clrScheme name="Chincheta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Chincheta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inchet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1419</TotalTime>
  <Words>380</Words>
  <Application>Microsoft Office PowerPoint</Application>
  <PresentationFormat>Presentación en pantalla (4:3)</PresentationFormat>
  <Paragraphs>26</Paragraphs>
  <Slides>9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Chincheta</vt:lpstr>
      <vt:lpstr>CECYTOS LIBRES DE VIOLENCIA…</vt:lpstr>
      <vt:lpstr>«PROBLEMÁTICA  , OBJETIVO GENERAL»</vt:lpstr>
      <vt:lpstr>VIOLENCIA  y ACOSO ESCOLAR…</vt:lpstr>
      <vt:lpstr>Presentación de PowerPoint</vt:lpstr>
      <vt:lpstr>GRAFICA DE ENCUESTAS DE PLANTEL CECYTEM  IXTLAHUACA…</vt:lpstr>
      <vt:lpstr>Presentación de PowerPoint</vt:lpstr>
      <vt:lpstr>Presentación de PowerPoint</vt:lpstr>
      <vt:lpstr>Presentación de PowerPoint</vt:lpstr>
      <vt:lpstr>CARTEL HUMANIDADES  CECYTOS LIBRES DE VIOLENCIA…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CECYTOS LIBRES DE VIOLENCIA…</dc:title>
  <dc:creator>USER</dc:creator>
  <cp:lastModifiedBy>USER</cp:lastModifiedBy>
  <cp:revision>26</cp:revision>
  <dcterms:created xsi:type="dcterms:W3CDTF">2026-01-14T22:45:16Z</dcterms:created>
  <dcterms:modified xsi:type="dcterms:W3CDTF">2026-01-15T22:24:24Z</dcterms:modified>
</cp:coreProperties>
</file>